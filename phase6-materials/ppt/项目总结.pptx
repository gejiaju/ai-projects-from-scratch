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从零构建 AI 项目集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计算机视觉 · 目标检测 · 生成模型 · 大模型微调</a:t>
            </a:r>
          </a:p>
          <a:p>
            <a:r>
              <a:t>电子信息工程 → AI 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个人背景与技术栈</a:t>
            </a:r>
          </a:p>
          <a:p>
            <a:pPr/>
            <a:r>
              <a:t>2. 项目一：MLP vs CNN（深度学习基础）</a:t>
            </a:r>
          </a:p>
          <a:p>
            <a:pPr/>
            <a:r>
              <a:t>3. 项目二：YOLOv8 目标检测复现</a:t>
            </a:r>
          </a:p>
          <a:p>
            <a:pPr/>
            <a:r>
              <a:t>4. 项目三：注意力机制消融实验</a:t>
            </a:r>
          </a:p>
          <a:p>
            <a:pPr/>
            <a:r>
              <a:t>5. 项目四：DDPM 扩散模型</a:t>
            </a:r>
          </a:p>
          <a:p>
            <a:pPr/>
            <a:r>
              <a:t>6. 项目五：模型部署与大模型微调</a:t>
            </a:r>
          </a:p>
          <a:p>
            <a:pPr/>
            <a:r>
              <a:t>7. 踩坑经验与总结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个人背景与技术栈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本科：电子信息工程（信号处理、嵌入式系统）</a:t>
            </a:r>
          </a:p>
          <a:p>
            <a:pPr/>
            <a:r>
              <a:t>硬件：RTX 5060 (8GB) + WSL2 Ubuntu</a:t>
            </a:r>
          </a:p>
          <a:p>
            <a:pPr/>
            <a:r>
              <a:t>框架：PyTorch / ultralytics / transformers</a:t>
            </a:r>
          </a:p>
          <a:p>
            <a:pPr/>
            <a:r>
              <a:t>核心优势：EE 的系统思维 → 精度-速度-功耗权衡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四个项目总览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项目一：MLP vs CNN —— 手写对比，理解卷积本质</a:t>
            </a:r>
          </a:p>
          <a:p>
            <a:pPr/>
            <a:r>
              <a:t>项目二：YOLOv8 —— 完整复现 + 结构图</a:t>
            </a:r>
          </a:p>
          <a:p>
            <a:pPr/>
            <a:r>
              <a:t>项目三：注意力消融 —— 严格对照实验</a:t>
            </a:r>
          </a:p>
          <a:p>
            <a:pPr/>
            <a:r>
              <a:t>项目四：DDPM + 部署 + LoRA —— 三个进阶方向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项目一：MLP vs CNN（原理）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两个模型用完全相同的训练流程和超参数，只换结构</a:t>
            </a:r>
          </a:p>
          <a:p>
            <a:pPr/>
            <a:r>
              <a:t>MLP：图片拍平成 784 个数 → 全连接层</a:t>
            </a:r>
          </a:p>
          <a:p>
            <a:pPr/>
            <a:r>
              <a:t>CNN：卷积层 + 池化层 + 全连接层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项目一：结果（参数更少反而更准）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MLP：参数量 109,386，准确率 98.02%</a:t>
            </a:r>
          </a:p>
          <a:p>
            <a:pPr/>
            <a:r>
              <a:t>CNN：参数量 20,490，准确率 99.15%</a:t>
            </a:r>
          </a:p>
          <a:p>
            <a:pPr/>
            <a:r>
              <a:t>原因：参数共享 + 局部感受野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项目二：YOLOv8 结构（三段式）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Backbone（CSPDarknet）：C2f 模块提特征</a:t>
            </a:r>
          </a:p>
          <a:p>
            <a:pPr/>
            <a:r>
              <a:t>Neck（PAN-FPN）：融合多尺度，输出 P3/P4/P5</a:t>
            </a:r>
          </a:p>
          <a:p>
            <a:pPr/>
            <a:r>
              <a:t>Head：anchor-free 解耦头，分类回归分开</a:t>
            </a:r>
          </a:p>
          <a:p>
            <a:pPr/>
            <a:r>
              <a:t>三个尺度分别检测小/中/大目标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项目二：训练结果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COCO128 微调 30 轮：mAP50 = 80.3%</a:t>
            </a:r>
          </a:p>
          <a:p>
            <a:pPr/>
            <a:r>
              <a:t>推理速度 1.6ms/张（GPU）</a:t>
            </a:r>
          </a:p>
          <a:p>
            <a:pPr/>
            <a:r>
              <a:t>保存了训练曲线、混淆矩阵、PR 曲线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项目三：注意力消融（方法）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SE：通道注意力（哪些通道重要）</a:t>
            </a:r>
          </a:p>
          <a:p>
            <a:pPr/>
            <a:r>
              <a:t>CBAM：通道 + 空间注意力（哪些位置重要）</a:t>
            </a:r>
          </a:p>
          <a:p>
            <a:pPr/>
            <a:r>
              <a:t>注入式替换保证三组只差注意力这一个变量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项目三：消融结果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baseline：80.28%  |  +SE：80.24%  |  +CBAM：80.24%</a:t>
            </a:r>
          </a:p>
          <a:p>
            <a:pPr/>
            <a:r>
              <a:t>COCO128 上注意力无提升</a:t>
            </a:r>
          </a:p>
          <a:p>
            <a:pPr/>
            <a:r>
              <a:t>结论：加模块 ≠ 一定有效，效果取决于数据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项目四：DDPM 扩散模型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前向：逐步加噪 x_t = √(ᾱ_t)x_0 + √(1-ᾱ_t)ε</a:t>
            </a:r>
          </a:p>
          <a:p>
            <a:pPr/>
            <a:r>
              <a:t>反向：训练 U-Net 预测噪声，逐步去噪</a:t>
            </a:r>
          </a:p>
          <a:p>
            <a:pPr/>
            <a:r>
              <a:t>从零手写 U-Net + 时间步 embedding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项目四：可视化（噪声→图像）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MNIST 训练 20 轮，loss 0.092 → 0.040</a:t>
            </a:r>
          </a:p>
          <a:p>
            <a:pPr/>
            <a:r>
              <a:t>核心展示：噪声逐步变成手写数字的演变图</a:t>
            </a:r>
          </a:p>
          <a:p>
            <a:pPr/>
            <a:r>
              <a:t>这是 Stable Diffusion 的底层原理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项目五：模型部署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ONNX 导出 + PyTorch/ONNX 推理速度对比</a:t>
            </a:r>
          </a:p>
          <a:p>
            <a:pPr/>
            <a:r>
              <a:t>踩坑：onnxruntime 默认 CPU 版，反而慢</a:t>
            </a:r>
          </a:p>
          <a:p>
            <a:pPr/>
            <a:r>
              <a:t>理解：部署加速需要选对推理后端（TensorRT）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项目五：LoRA 大模型微调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冻结原模型，只训练旁路低秩矩阵 A·B</a:t>
            </a:r>
          </a:p>
          <a:p>
            <a:pPr/>
            <a:r>
              <a:t>参数量从 d×d 降到 2×d×r，省上千倍</a:t>
            </a:r>
          </a:p>
          <a:p>
            <a:pPr/>
            <a:r>
              <a:t>微调数据：电子信息考研面试问答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踩坑经验（独立解决问题的能力）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预训练权重下载失败，静默 fallback 从零训练 → 学会 val 验证</a:t>
            </a:r>
          </a:p>
          <a:p>
            <a:pPr/>
            <a:r>
              <a:t>ultralytics 版本更新重命名模型 → 用 summary 核对</a:t>
            </a:r>
          </a:p>
          <a:p>
            <a:pPr/>
            <a:r>
              <a:t>optimizer=auto 从零训练 lr 过小 → 定位 batch scaling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完整闭环：理解原理 → 动手复现 → 严谨改进 → 部署落地</a:t>
            </a:r>
          </a:p>
          <a:p>
            <a:pPr/>
            <a:r>
              <a:t>工程习惯：不默认、先验证</a:t>
            </a:r>
          </a:p>
          <a:p>
            <a:pPr/>
            <a:r>
              <a:t>EE 优势：把精度-速度权衡迁移到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未来研究方向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模型高效推理（TensorRT、量化、剪枝）</a:t>
            </a:r>
          </a:p>
          <a:p>
            <a:pPr/>
            <a:r>
              <a:t>多模态大模型与落地应用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请各位老师指正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